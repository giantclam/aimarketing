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4FBF8"/>
                </a:solidFill>
                <a:latin typeface="Microsoft YaHei"/>
              </a:rPr>
              <a:t>本地智能工作台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0">
                <a:solidFill>
                  <a:srgbClr val="9FE9D3"/>
                </a:solidFill>
                <a:latin typeface="Microsoft YaHei"/>
              </a:rPr>
              <a:t>Windows 可行性辅助验证 · 非 OpenCode+Skill 门禁产物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2011680" cy="73152"/>
          </a:xfrm>
          <a:prstGeom prst="rect">
            <a:avLst/>
          </a:prstGeom>
          <a:solidFill>
            <a:srgbClr val="42D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F4FBF8"/>
                </a:solidFill>
                <a:latin typeface="Microsoft YaHei"/>
              </a:rPr>
              <a:t>16:9 · 中文可编辑 · 本地图片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4FBF8"/>
                </a:solidFill>
                <a:latin typeface="Microsoft YaHei"/>
              </a:rPr>
              <a:t>私有字体与图片路径</a:t>
            </a:r>
          </a:p>
        </p:txBody>
      </p:sp>
      <p:pic>
        <p:nvPicPr>
          <p:cNvPr id="3" name="Picture 2" descr="private-font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537960" cy="36758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26679" y="1600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42D3A4"/>
                </a:solidFill>
                <a:latin typeface="Microsoft YaHei"/>
              </a:rPr>
              <a:t>隔离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26679" y="2240280"/>
            <a:ext cx="35661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4FBF8"/>
                </a:solidFill>
                <a:latin typeface="Microsoft YaHei"/>
              </a:rPr>
              <a:t>私有目录加载字体
生成左侧 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26679" y="3840480"/>
            <a:ext cx="3566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9FE9D3"/>
                </a:solidFill>
                <a:latin typeface="Microsoft YaHei"/>
              </a:rPr>
              <a:t>右侧文字仍为原生文本
可在 PowerPoint 中编辑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4FBF8"/>
                </a:solidFill>
                <a:latin typeface="Microsoft YaHei"/>
              </a:rPr>
              <a:t>确定性检查结果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10744200" cy="1143000"/>
          </a:xfrm>
          <a:prstGeom prst="roundRect">
            <a:avLst/>
          </a:prstGeom>
          <a:solidFill>
            <a:srgbClr val="0D3550"/>
          </a:solidFill>
          <a:ln>
            <a:solidFill>
              <a:srgbClr val="20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556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2D3A4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709928"/>
            <a:ext cx="2880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4FBF8"/>
                </a:solidFill>
                <a:latin typeface="Microsoft YaHei"/>
              </a:rPr>
              <a:t>OOXML / ZIP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1728216"/>
            <a:ext cx="5897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9FE9D3"/>
                </a:solidFill>
                <a:latin typeface="Microsoft YaHei"/>
              </a:rPr>
              <a:t>包结构与 CRC 可独立解析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744200" cy="1143000"/>
          </a:xfrm>
          <a:prstGeom prst="roundRect">
            <a:avLst/>
          </a:prstGeom>
          <a:solidFill>
            <a:srgbClr val="0D3550"/>
          </a:solidFill>
          <a:ln>
            <a:solidFill>
              <a:srgbClr val="20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7296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2D3A4"/>
                </a:solidFill>
                <a:latin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27248"/>
            <a:ext cx="2880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4FBF8"/>
                </a:solidFill>
                <a:latin typeface="Microsoft YaHei"/>
              </a:rPr>
              <a:t>python-pptx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3145536"/>
            <a:ext cx="5897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9FE9D3"/>
                </a:solidFill>
                <a:latin typeface="Microsoft YaHei"/>
              </a:rPr>
              <a:t>可编辑中文、图片与 16:9 尺寸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43400"/>
            <a:ext cx="10744200" cy="1143000"/>
          </a:xfrm>
          <a:prstGeom prst="roundRect">
            <a:avLst/>
          </a:prstGeom>
          <a:solidFill>
            <a:srgbClr val="0D3550"/>
          </a:solidFill>
          <a:ln>
            <a:solidFill>
              <a:srgbClr val="20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9028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2D3A4"/>
                </a:solidFill>
                <a:latin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544568"/>
            <a:ext cx="2880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4FBF8"/>
                </a:solidFill>
                <a:latin typeface="Microsoft YaHei"/>
              </a:rPr>
              <a:t>PowerPoint 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562856"/>
            <a:ext cx="5897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9FE9D3"/>
                </a:solidFill>
                <a:latin typeface="Microsoft YaHei"/>
              </a:rPr>
              <a:t>桌面 Office 实际打开并导出预览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