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windows-feasibility-20260813235355-bf0ebb0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windows-feasibility-20260813235355-bf0ebb0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e3c17d67933a98d.png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838200" y="838200"/>
            <a:ext cx="10515600" cy="5181600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9050">
            <a:solidFill>
              <a:srgbClr val="D7DEE8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250442" y="1721168"/>
            <a:ext cx="230360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本地智能工作台可行性验证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38250" y="2134552"/>
            <a:ext cx="5190344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把分析、编排、生成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38250" y="2744152"/>
            <a:ext cx="5762816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和交付收进同一台桌面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8918" y="3612832"/>
            <a:ext cx="91078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目标：在 Windows 上验证一个离线优先、可编辑、可回放的工作台是否值得进入原型阶段。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57300" y="4305300"/>
            <a:ext cx="9677400" cy="1123950"/>
            <a:chOff x="1257300" y="4305300"/>
            <a:chExt cx="9677400" cy="1123950"/>
          </a:xfrm>
        </p:grpSpPr>
        <p:sp>
          <p:nvSpPr>
            <p:cNvPr id="7" name="Rectangle 7"/>
            <p:cNvSpPr/>
            <p:nvPr/>
          </p:nvSpPr>
          <p:spPr>
            <a:xfrm>
              <a:off x="1257300" y="4305300"/>
              <a:ext cx="3009900" cy="1123950"/>
            </a:xfrm>
            <a:prstGeom prst="roundRect">
              <a:avLst>
                <a:gd name="adj" fmla="val 15254"/>
              </a:avLst>
            </a:prstGeom>
            <a:solidFill>
              <a:srgbClr val="EAF2FF"/>
            </a:solidFill>
            <a:ln w="9525">
              <a:solidFill>
                <a:srgbClr val="BFDBFE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4419600" y="4305300"/>
              <a:ext cx="3009900" cy="1123950"/>
            </a:xfrm>
            <a:prstGeom prst="roundRect">
              <a:avLst>
                <a:gd name="adj" fmla="val 15254"/>
              </a:avLst>
            </a:prstGeom>
            <a:solidFill>
              <a:srgbClr val="ECFDF5"/>
            </a:solidFill>
            <a:ln w="9525">
              <a:solidFill>
                <a:srgbClr val="BBF7D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0" y="4305300"/>
              <a:ext cx="3352800" cy="1123950"/>
            </a:xfrm>
            <a:prstGeom prst="roundRect">
              <a:avLst>
                <a:gd name="adj" fmla="val 15254"/>
              </a:avLst>
            </a:prstGeom>
            <a:solidFill>
              <a:srgbClr val="FFF7ED"/>
            </a:solidFill>
            <a:ln w="9525">
              <a:solidFill>
                <a:srgbClr val="FED7A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13332" y="45548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4ED8"/>
                  </a:solidFill>
                  <a:latin typeface="Microsoft YaHei"/>
                  <a:ea typeface="Microsoft YaHei"/>
                  <a:cs typeface="Microsoft YaHei"/>
                </a:rPr>
                <a:t>本地运行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17142" y="49977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5"/>
                  </a:solidFill>
                  <a:latin typeface="Microsoft YaHei"/>
                  <a:ea typeface="Microsoft YaHei"/>
                  <a:cs typeface="Microsoft YaHei"/>
                </a:rPr>
                <a:t>数据留在机器内，交互更可控。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75632" y="455485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47857"/>
                  </a:solidFill>
                  <a:latin typeface="Microsoft YaHei"/>
                  <a:ea typeface="Microsoft YaHei"/>
                  <a:cs typeface="Microsoft YaHei"/>
                </a:rPr>
                <a:t>原生可编辑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79442" y="499776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5"/>
                  </a:solidFill>
                  <a:latin typeface="Microsoft YaHei"/>
                  <a:ea typeface="Microsoft YaHei"/>
                  <a:cs typeface="Microsoft YaHei"/>
                </a:rPr>
                <a:t>结果不是截图，是可继续修改的产物。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37932" y="45548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C2410C"/>
                  </a:solidFill>
                  <a:latin typeface="Microsoft YaHei"/>
                  <a:ea typeface="Microsoft YaHei"/>
                  <a:cs typeface="Microsoft YaHei"/>
                </a:rPr>
                <a:t>桌面聚合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41742" y="49977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5"/>
                  </a:solidFill>
                  <a:latin typeface="Microsoft YaHei"/>
                  <a:ea typeface="Microsoft YaHei"/>
                  <a:cs typeface="Microsoft YaHei"/>
                </a:rPr>
                <a:t>把多工具切换收敛成一个工作面。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7532" y="668655"/>
            <a:ext cx="20991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三项可行性判断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32104" y="1127760"/>
            <a:ext cx="30815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这页把问题拆成环境、能力和收益三条线。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38200" y="1619250"/>
            <a:ext cx="5067300" cy="4495800"/>
            <a:chOff x="838200" y="1619250"/>
            <a:chExt cx="5067300" cy="4495800"/>
          </a:xfrm>
        </p:grpSpPr>
        <p:sp>
          <p:nvSpPr>
            <p:cNvPr id="4" name="Rectangle 4"/>
            <p:cNvSpPr/>
            <p:nvPr/>
          </p:nvSpPr>
          <p:spPr>
            <a:xfrm>
              <a:off x="838200" y="1619250"/>
              <a:ext cx="5067300" cy="4495800"/>
            </a:xfrm>
            <a:prstGeom prst="roundRect">
              <a:avLst>
                <a:gd name="adj" fmla="val 5085"/>
              </a:avLst>
            </a:prstGeom>
            <a:solidFill>
              <a:srgbClr val="FFFFFF"/>
            </a:solidFill>
            <a:ln w="19050">
              <a:solidFill>
                <a:srgbClr val="D7DEE8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71956" y="18821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172A"/>
                  </a:solidFill>
                  <a:latin typeface="Microsoft YaHei"/>
                  <a:ea typeface="Microsoft YaHei"/>
                  <a:cs typeface="Microsoft YaHei"/>
                </a:rPr>
                <a:t>环境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74242" y="2273618"/>
              <a:ext cx="28167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5"/>
                  </a:solidFill>
                  <a:latin typeface="Microsoft YaHei"/>
                  <a:ea typeface="Microsoft YaHei"/>
                  <a:cs typeface="Microsoft YaHei"/>
                </a:rPr>
                <a:t>Windows 原生桌面生态足够稳定，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74242" y="257841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5"/>
                  </a:solidFill>
                  <a:latin typeface="Microsoft YaHei"/>
                  <a:ea typeface="Microsoft YaHei"/>
                  <a:cs typeface="Microsoft YaHei"/>
                </a:rPr>
                <a:t>适合做本地编排、缓存和文件协作。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181100" y="3067050"/>
              <a:ext cx="4267200" cy="9525"/>
            </a:xfrm>
            <a:custGeom>
              <a:avLst/>
              <a:gdLst/>
              <a:ahLst/>
              <a:cxnLst/>
              <a:rect l="l" t="t" r="r" b="b"/>
              <a:pathLst>
                <a:path w="4267200" h="9525">
                  <a:moveTo>
                    <a:pt x="0" y="0"/>
                  </a:moveTo>
                  <a:lnTo>
                    <a:pt x="4267200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1956" y="33108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172A"/>
                  </a:solidFill>
                  <a:latin typeface="Microsoft YaHei"/>
                  <a:ea typeface="Microsoft YaHei"/>
                  <a:cs typeface="Microsoft YaHei"/>
                </a:rPr>
                <a:t>能力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4242" y="3702368"/>
              <a:ext cx="38274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5"/>
                  </a:solidFill>
                  <a:latin typeface="Microsoft YaHei"/>
                  <a:ea typeface="Microsoft YaHei"/>
                  <a:cs typeface="Microsoft YaHei"/>
                </a:rPr>
                <a:t>桌面自动化、文件系统、浏览器和 PowerPoint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4242" y="40071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5"/>
                  </a:solidFill>
                  <a:latin typeface="Microsoft YaHei"/>
                  <a:ea typeface="Microsoft YaHei"/>
                  <a:cs typeface="Microsoft YaHei"/>
                </a:rPr>
                <a:t>都能用明确接口串起来。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181100" y="4495800"/>
              <a:ext cx="4267200" cy="9525"/>
            </a:xfrm>
            <a:custGeom>
              <a:avLst/>
              <a:gdLst/>
              <a:ahLst/>
              <a:cxnLst/>
              <a:rect l="l" t="t" r="r" b="b"/>
              <a:pathLst>
                <a:path w="4267200" h="9525">
                  <a:moveTo>
                    <a:pt x="0" y="0"/>
                  </a:moveTo>
                  <a:lnTo>
                    <a:pt x="4267200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71956" y="47396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172A"/>
                  </a:solidFill>
                  <a:latin typeface="Microsoft YaHei"/>
                  <a:ea typeface="Microsoft YaHei"/>
                  <a:cs typeface="Microsoft YaHei"/>
                </a:rPr>
                <a:t>收益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74242" y="51311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5"/>
                  </a:solidFill>
                  <a:latin typeface="Microsoft YaHei"/>
                  <a:ea typeface="Microsoft YaHei"/>
                  <a:cs typeface="Microsoft YaHei"/>
                </a:rPr>
                <a:t>减少上下文切换，提升可复用性，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74242" y="54359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5"/>
                  </a:solidFill>
                  <a:latin typeface="Microsoft YaHei"/>
                  <a:ea typeface="Microsoft YaHei"/>
                  <a:cs typeface="Microsoft YaHei"/>
                </a:rPr>
                <a:t>也更容易做成团队级工作台。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48400" y="1619250"/>
            <a:ext cx="5105400" cy="4495800"/>
            <a:chOff x="6248400" y="1619250"/>
            <a:chExt cx="5105400" cy="4495800"/>
          </a:xfrm>
        </p:grpSpPr>
        <p:sp>
          <p:nvSpPr>
            <p:cNvPr id="17" name="Rectangle 17"/>
            <p:cNvSpPr/>
            <p:nvPr/>
          </p:nvSpPr>
          <p:spPr>
            <a:xfrm>
              <a:off x="6248400" y="1619250"/>
              <a:ext cx="5105400" cy="4495800"/>
            </a:xfrm>
            <a:prstGeom prst="roundRect">
              <a:avLst>
                <a:gd name="adj" fmla="val 5085"/>
              </a:avLst>
            </a:prstGeom>
            <a:solidFill>
              <a:srgbClr val="FFFFFF"/>
            </a:solidFill>
            <a:ln w="19050">
              <a:solidFill>
                <a:srgbClr val="D7DEE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82156" y="18821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172A"/>
                  </a:solidFill>
                  <a:latin typeface="Microsoft YaHei"/>
                  <a:ea typeface="Microsoft YaHei"/>
                  <a:cs typeface="Microsoft YaHei"/>
                </a:rPr>
                <a:t>证据样本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5204" y="227076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Microsoft YaHei"/>
                  <a:ea typeface="Microsoft YaHei"/>
                  <a:cs typeface="Microsoft YaHei"/>
                </a:rPr>
                <a:t>本地证据图像用于验证字体、边距和图文共存。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591300" y="2647950"/>
              <a:ext cx="4381500" cy="2705100"/>
            </a:xfrm>
            <a:prstGeom prst="roundRect">
              <a:avLst>
                <a:gd name="adj" fmla="val 6338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05600" y="2832497"/>
              <a:ext cx="4152900" cy="2336006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6584442" y="5493068"/>
              <a:ext cx="3088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3A8A"/>
                  </a:solidFill>
                  <a:latin typeface="Microsoft YaHei"/>
                  <a:ea typeface="Microsoft YaHei"/>
                  <a:cs typeface="Microsoft YaHei"/>
                </a:rPr>
                <a:t>原始 PNG 作为本地材料进入工作流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7532" y="687705"/>
            <a:ext cx="362790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建议：先做 2 周可交付原型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32104" y="1146810"/>
            <a:ext cx="45677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目标不是证明“完美”，而是验证“能否稳定地替代碎片工具流”。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38200" y="1676400"/>
            <a:ext cx="4953000" cy="4267200"/>
            <a:chOff x="838200" y="1676400"/>
            <a:chExt cx="4953000" cy="4267200"/>
          </a:xfrm>
        </p:grpSpPr>
        <p:sp>
          <p:nvSpPr>
            <p:cNvPr id="4" name="Rectangle 4"/>
            <p:cNvSpPr/>
            <p:nvPr/>
          </p:nvSpPr>
          <p:spPr>
            <a:xfrm>
              <a:off x="838200" y="1676400"/>
              <a:ext cx="4953000" cy="4267200"/>
            </a:xfrm>
            <a:prstGeom prst="roundRect">
              <a:avLst>
                <a:gd name="adj" fmla="val 5357"/>
              </a:avLst>
            </a:prstGeom>
            <a:solidFill>
              <a:srgbClr val="111827"/>
            </a:solidFill>
            <a:ln w="19050">
              <a:solidFill>
                <a:srgbClr val="334155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71956" y="19583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8FAFC"/>
                  </a:solidFill>
                  <a:latin typeface="Microsoft YaHei"/>
                  <a:ea typeface="Microsoft YaHei"/>
                  <a:cs typeface="Microsoft YaHei"/>
                </a:rPr>
                <a:t>最小闭环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74242" y="2406968"/>
              <a:ext cx="17220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Microsoft YaHei"/>
                  <a:ea typeface="Microsoft YaHei"/>
                  <a:cs typeface="Microsoft YaHei"/>
                </a:rPr>
                <a:t>1. 导入一个本地任务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74242" y="2749868"/>
              <a:ext cx="1903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Microsoft YaHei"/>
                  <a:ea typeface="Microsoft YaHei"/>
                  <a:cs typeface="Microsoft YaHei"/>
                </a:rPr>
                <a:t>2. 生成一个结构化产物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74242" y="3092768"/>
              <a:ext cx="17220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Microsoft YaHei"/>
                  <a:ea typeface="Microsoft YaHei"/>
                  <a:cs typeface="Microsoft YaHei"/>
                </a:rPr>
                <a:t>3. 允许人工继续编辑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74242" y="3435668"/>
              <a:ext cx="2267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Microsoft YaHei"/>
                  <a:ea typeface="Microsoft YaHei"/>
                  <a:cs typeface="Microsoft YaHei"/>
                </a:rPr>
                <a:t>4. 记录每一步的产物和路径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181100" y="3943350"/>
              <a:ext cx="4038600" cy="9525"/>
            </a:xfrm>
            <a:custGeom>
              <a:avLst/>
              <a:gdLst/>
              <a:ahLst/>
              <a:cxnLst/>
              <a:rect l="l" t="t" r="r" b="b"/>
              <a:pathLst>
                <a:path w="4038600" h="952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noFill/>
            <a:ln w="19050">
              <a:solidFill>
                <a:srgbClr val="33415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71956" y="41681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8FAFC"/>
                  </a:solidFill>
                  <a:latin typeface="Microsoft YaHei"/>
                  <a:ea typeface="Microsoft YaHei"/>
                  <a:cs typeface="Microsoft YaHei"/>
                </a:rPr>
                <a:t>判定标准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4242" y="46167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Microsoft YaHei"/>
                  <a:ea typeface="Microsoft YaHei"/>
                  <a:cs typeface="Microsoft YaHei"/>
                </a:rPr>
                <a:t>如果三次连续任务都能稳定完成，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74242" y="49596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Microsoft YaHei"/>
                  <a:ea typeface="Microsoft YaHei"/>
                  <a:cs typeface="Microsoft YaHei"/>
                </a:rPr>
                <a:t>就可以进入更大范围试点。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96000" y="1676400"/>
            <a:ext cx="5257800" cy="4267200"/>
            <a:chOff x="6096000" y="1676400"/>
            <a:chExt cx="5257800" cy="4267200"/>
          </a:xfrm>
        </p:grpSpPr>
        <p:sp>
          <p:nvSpPr>
            <p:cNvPr id="15" name="Rectangle 15"/>
            <p:cNvSpPr/>
            <p:nvPr/>
          </p:nvSpPr>
          <p:spPr>
            <a:xfrm>
              <a:off x="6096000" y="1676400"/>
              <a:ext cx="5257800" cy="4267200"/>
            </a:xfrm>
            <a:prstGeom prst="roundRect">
              <a:avLst>
                <a:gd name="adj" fmla="val 5357"/>
              </a:avLst>
            </a:prstGeom>
            <a:solidFill>
              <a:srgbClr val="F8FAFC"/>
            </a:solidFill>
            <a:ln w="19050">
              <a:solidFill>
                <a:srgbClr val="47556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67856" y="19583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172A"/>
                  </a:solidFill>
                  <a:latin typeface="Microsoft YaHei"/>
                  <a:ea typeface="Microsoft YaHei"/>
                  <a:cs typeface="Microsoft YaHei"/>
                </a:rPr>
                <a:t>结论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477000" y="2457450"/>
              <a:ext cx="4495800" cy="800100"/>
            </a:xfrm>
            <a:prstGeom prst="roundRect">
              <a:avLst>
                <a:gd name="adj" fmla="val 21429"/>
              </a:avLst>
            </a:prstGeom>
            <a:solidFill>
              <a:srgbClr val="E0F2F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35318" y="2603182"/>
              <a:ext cx="30487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985"/>
                  </a:solidFill>
                  <a:latin typeface="Microsoft YaHei"/>
                  <a:ea typeface="Microsoft YaHei"/>
                  <a:cs typeface="Microsoft YaHei"/>
                </a:rPr>
                <a:t>值得做原型，不急着做平台化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37604" y="293751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172A"/>
                  </a:solidFill>
                  <a:latin typeface="Microsoft YaHei"/>
                  <a:ea typeface="Microsoft YaHei"/>
                  <a:cs typeface="Microsoft YaHei"/>
                </a:rPr>
                <a:t>先验证流程、编辑链路和本地资源调度。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477000" y="3486150"/>
              <a:ext cx="4495800" cy="800100"/>
            </a:xfrm>
            <a:prstGeom prst="roundRect">
              <a:avLst>
                <a:gd name="adj" fmla="val 21429"/>
              </a:avLst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35318" y="3631882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66534"/>
                  </a:solidFill>
                  <a:latin typeface="Microsoft YaHei"/>
                  <a:ea typeface="Microsoft YaHei"/>
                  <a:cs typeface="Microsoft YaHei"/>
                </a:rPr>
                <a:t>若失败，失败点会很明确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37604" y="396621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172A"/>
                  </a:solidFill>
                  <a:latin typeface="Microsoft YaHei"/>
                  <a:ea typeface="Microsoft YaHei"/>
                  <a:cs typeface="Microsoft YaHei"/>
                </a:rPr>
                <a:t>要么是自动化边界，要么是产物编辑体验。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77000" y="4514850"/>
              <a:ext cx="4495800" cy="800100"/>
            </a:xfrm>
            <a:prstGeom prst="roundRect">
              <a:avLst>
                <a:gd name="adj" fmla="val 21429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35318" y="4660582"/>
              <a:ext cx="27455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9A3412"/>
                  </a:solidFill>
                  <a:latin typeface="Microsoft YaHei"/>
                  <a:ea typeface="Microsoft YaHei"/>
                  <a:cs typeface="Microsoft YaHei"/>
                </a:rPr>
                <a:t>下一步：做一个桌面 demo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37604" y="499491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172A"/>
                  </a:solidFill>
                  <a:latin typeface="Microsoft YaHei"/>
                  <a:ea typeface="Microsoft YaHei"/>
                  <a:cs typeface="Microsoft YaHei"/>
                </a:rPr>
                <a:t>让真实用户完成一次完整任务流。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windows-feasibility-20260813235355-bf0ebb03">
  <a:themeElements>
    <a:clrScheme name="windows-feasibility-20260813235355-bf0ebb0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indows-feasibility-20260813235355-bf0ebb0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ndows-feasibility-20260813235355-bf0ebb0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2026-08-13T16:01:52Z</dcterms:created>
  <dcterms:modified xsi:type="dcterms:W3CDTF">2026-08-13T16:01:52Z</dcterms:modified>
  <cp:category/>
  <cp:contentStatus/>
</cp:coreProperties>
</file>