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Railway worker smoke</a:t>
            </a:r>
          </a:p>
          <a:p>
            <a:endParaRPr lang="en-US" dirty="0"/>
          </a:p>
          <a:p>
            <a:r>
              <a:rPr lang="en-US" dirty="0"/>
              <a:t>Real ppt-master export from static SVG slides.</a:t>
            </a:r>
          </a:p>
          <a:p>
            <a:endParaRPr lang="en-US" dirty="0"/>
          </a:p>
          <a:p>
            <a:r>
              <a:rPr lang="en-US" dirty="0"/>
              <a:t>• Preview session</a:t>
            </a:r>
          </a:p>
          <a:p>
            <a:r>
              <a:rPr lang="en-US" dirty="0"/>
              <a:t>• Variant export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this validates</a:t>
            </a:r>
          </a:p>
          <a:p>
            <a:endParaRPr lang="en-US" dirty="0"/>
          </a:p>
          <a:p>
            <a:r>
              <a:rPr lang="en-US" dirty="0"/>
              <a:t>Materialize project files and export PPTX through svg_to_pptx.py.</a:t>
            </a:r>
          </a:p>
          <a:p>
            <a:endParaRPr lang="en-US" dirty="0"/>
          </a:p>
          <a:p>
            <a:r>
              <a:rPr lang="en-US" dirty="0"/>
              <a:t>• Session manifest</a:t>
            </a:r>
          </a:p>
          <a:p>
            <a:r>
              <a:rPr lang="en-US" dirty="0"/>
              <a:t>• SVG final assets</a:t>
            </a:r>
          </a:p>
          <a:p>
            <a:r>
              <a:rPr lang="en-US" dirty="0"/>
              <a:t>• PPTX export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Linux runtime path</a:t>
            </a:r>
          </a:p>
          <a:p>
            <a:endParaRPr lang="en-US" dirty="0"/>
          </a:p>
          <a:p>
            <a:r>
              <a:rPr lang="en-US" dirty="0"/>
              <a:t>This bypasses model generation but exercises the worker-critical PPT runtime.</a:t>
            </a:r>
          </a:p>
          <a:p>
            <a:endParaRPr lang="en-US" dirty="0"/>
          </a:p>
          <a:p>
            <a:r>
              <a:rPr lang="en-US" dirty="0"/>
              <a:t>• No mock artifact</a:t>
            </a:r>
          </a:p>
          <a:p>
            <a:r>
              <a:rPr lang="en-US" dirty="0"/>
              <a:t>• Real python export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</a:t>
            </a:r>
          </a:p>
          <a:p>
            <a:endParaRPr lang="en-US" dirty="0"/>
          </a:p>
          <a:p>
            <a:r>
              <a:rPr lang="en-US" dirty="0"/>
              <a:t>Use the same path inside Railway with mounted fonts and worker transport.</a:t>
            </a:r>
          </a:p>
          <a:p>
            <a:endParaRPr lang="en-US" dirty="0"/>
          </a:p>
          <a:p>
            <a:r>
              <a:rPr lang="en-US" dirty="0"/>
              <a:t>• Fonts check</a:t>
            </a:r>
          </a:p>
          <a:p>
            <a:r>
              <a:rPr lang="en-US" dirty="0"/>
              <a:t>• Worker auth</a:t>
            </a:r>
          </a:p>
          <a:p>
            <a:r>
              <a:rPr lang="en-US" dirty="0"/>
              <a:t>• Artifact download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85800" y="685800"/>
            <a:ext cx="10820400" cy="5486400"/>
          </a:xfrm>
          <a:custGeom>
            <a:avLst/>
            <a:gdLst/>
            <a:ahLst/>
            <a:cxnLst/>
            <a:rect l="l" t="t" r="r" b="b"/>
            <a:pathLst>
              <a:path w="10820400" h="5486400">
                <a:moveTo>
                  <a:pt x="266700" y="0"/>
                </a:moveTo>
                <a:lnTo>
                  <a:pt x="10553700" y="0"/>
                </a:lnTo>
                <a:cubicBezTo>
                  <a:pt x="10700994" y="0"/>
                  <a:pt x="10820400" y="119406"/>
                  <a:pt x="10820400" y="266700"/>
                </a:cubicBezTo>
                <a:lnTo>
                  <a:pt x="10820400" y="5219700"/>
                </a:lnTo>
                <a:cubicBezTo>
                  <a:pt x="10820400" y="5366994"/>
                  <a:pt x="10700994" y="5486400"/>
                  <a:pt x="10553700" y="5486400"/>
                </a:cubicBezTo>
                <a:lnTo>
                  <a:pt x="266700" y="5486400"/>
                </a:lnTo>
                <a:cubicBezTo>
                  <a:pt x="119406" y="5486400"/>
                  <a:pt x="0" y="5366994"/>
                  <a:pt x="0" y="5219700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>
            <a:srgbClr val="FFFFFF"/>
          </a:solidFill>
          <a:ln w="38100">
            <a:solidFill>
              <a:srgbClr val="D3C4AF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887730" y="13354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C1121F"/>
                </a:solidFill>
                <a:latin typeface="Arial"/>
                <a:ea typeface="Arial"/>
                <a:cs typeface="Arial"/>
              </a:rPr>
              <a:t>SMOKE 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8680" y="2011680"/>
            <a:ext cx="543450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Railway worker smoke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1540" y="2967990"/>
            <a:ext cx="561441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Real ppt-master export from static SVG slides.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85800" y="685800"/>
            <a:ext cx="10820400" cy="5486400"/>
          </a:xfrm>
          <a:custGeom>
            <a:avLst/>
            <a:gdLst/>
            <a:ahLst/>
            <a:cxnLst/>
            <a:rect l="l" t="t" r="r" b="b"/>
            <a:pathLst>
              <a:path w="10820400" h="5486400">
                <a:moveTo>
                  <a:pt x="266700" y="0"/>
                </a:moveTo>
                <a:lnTo>
                  <a:pt x="10553700" y="0"/>
                </a:lnTo>
                <a:cubicBezTo>
                  <a:pt x="10700994" y="0"/>
                  <a:pt x="10820400" y="119406"/>
                  <a:pt x="10820400" y="266700"/>
                </a:cubicBezTo>
                <a:lnTo>
                  <a:pt x="10820400" y="5219700"/>
                </a:lnTo>
                <a:cubicBezTo>
                  <a:pt x="10820400" y="5366994"/>
                  <a:pt x="10700994" y="5486400"/>
                  <a:pt x="10553700" y="5486400"/>
                </a:cubicBezTo>
                <a:lnTo>
                  <a:pt x="266700" y="5486400"/>
                </a:lnTo>
                <a:cubicBezTo>
                  <a:pt x="119406" y="5486400"/>
                  <a:pt x="0" y="5366994"/>
                  <a:pt x="0" y="5219700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>
            <a:srgbClr val="FFFFFF"/>
          </a:solidFill>
          <a:ln w="38100">
            <a:solidFill>
              <a:srgbClr val="D3C4AF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887730" y="13354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C1121F"/>
                </a:solidFill>
                <a:latin typeface="Arial"/>
                <a:ea typeface="Arial"/>
                <a:cs typeface="Arial"/>
              </a:rPr>
              <a:t>SMOKE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8680" y="2011680"/>
            <a:ext cx="482963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this validates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1540" y="2967990"/>
            <a:ext cx="789470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Materialize project files and export PPTX through svg_to_pptx.py.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85800" y="685800"/>
            <a:ext cx="10820400" cy="5486400"/>
          </a:xfrm>
          <a:custGeom>
            <a:avLst/>
            <a:gdLst/>
            <a:ahLst/>
            <a:cxnLst/>
            <a:rect l="l" t="t" r="r" b="b"/>
            <a:pathLst>
              <a:path w="10820400" h="5486400">
                <a:moveTo>
                  <a:pt x="266700" y="0"/>
                </a:moveTo>
                <a:lnTo>
                  <a:pt x="10553700" y="0"/>
                </a:lnTo>
                <a:cubicBezTo>
                  <a:pt x="10700994" y="0"/>
                  <a:pt x="10820400" y="119406"/>
                  <a:pt x="10820400" y="266700"/>
                </a:cubicBezTo>
                <a:lnTo>
                  <a:pt x="10820400" y="5219700"/>
                </a:lnTo>
                <a:cubicBezTo>
                  <a:pt x="10820400" y="5366994"/>
                  <a:pt x="10700994" y="5486400"/>
                  <a:pt x="10553700" y="5486400"/>
                </a:cubicBezTo>
                <a:lnTo>
                  <a:pt x="266700" y="5486400"/>
                </a:lnTo>
                <a:cubicBezTo>
                  <a:pt x="119406" y="5486400"/>
                  <a:pt x="0" y="5366994"/>
                  <a:pt x="0" y="5219700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>
            <a:srgbClr val="FFFFFF"/>
          </a:solidFill>
          <a:ln w="38100">
            <a:solidFill>
              <a:srgbClr val="D3C4AF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887730" y="13354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C1121F"/>
                </a:solidFill>
                <a:latin typeface="Arial"/>
                <a:ea typeface="Arial"/>
                <a:cs typeface="Arial"/>
              </a:rPr>
              <a:t>SMOKE 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8680" y="2011680"/>
            <a:ext cx="4678413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Linux runtime path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1540" y="2967990"/>
            <a:ext cx="933488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bypasses model generation but exercises the worker-critical PPT runtime.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85800" y="685800"/>
            <a:ext cx="10820400" cy="5486400"/>
          </a:xfrm>
          <a:custGeom>
            <a:avLst/>
            <a:gdLst/>
            <a:ahLst/>
            <a:cxnLst/>
            <a:rect l="l" t="t" r="r" b="b"/>
            <a:pathLst>
              <a:path w="10820400" h="5486400">
                <a:moveTo>
                  <a:pt x="266700" y="0"/>
                </a:moveTo>
                <a:lnTo>
                  <a:pt x="10553700" y="0"/>
                </a:lnTo>
                <a:cubicBezTo>
                  <a:pt x="10700994" y="0"/>
                  <a:pt x="10820400" y="119406"/>
                  <a:pt x="10820400" y="266700"/>
                </a:cubicBezTo>
                <a:lnTo>
                  <a:pt x="10820400" y="5219700"/>
                </a:lnTo>
                <a:cubicBezTo>
                  <a:pt x="10820400" y="5366994"/>
                  <a:pt x="10700994" y="5486400"/>
                  <a:pt x="10553700" y="5486400"/>
                </a:cubicBezTo>
                <a:lnTo>
                  <a:pt x="266700" y="5486400"/>
                </a:lnTo>
                <a:cubicBezTo>
                  <a:pt x="119406" y="5486400"/>
                  <a:pt x="0" y="5366994"/>
                  <a:pt x="0" y="5219700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>
            <a:srgbClr val="FFFFFF"/>
          </a:solidFill>
          <a:ln w="38100">
            <a:solidFill>
              <a:srgbClr val="D3C4AF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887730" y="13354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C1121F"/>
                </a:solidFill>
                <a:latin typeface="Arial"/>
                <a:ea typeface="Arial"/>
                <a:cs typeface="Arial"/>
              </a:rPr>
              <a:t>SMOKE 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8680" y="2011680"/>
            <a:ext cx="246053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1540" y="2967990"/>
            <a:ext cx="896283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same path inside Railway with mounted fonts and worker transport.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2026-06-24T02:22:03Z</dcterms:created>
  <dcterms:modified xsi:type="dcterms:W3CDTF">2026-06-24T02:22:03Z</dcterms:modified>
  <cp:category/>
  <cp:contentStatus/>
</cp:coreProperties>
</file>